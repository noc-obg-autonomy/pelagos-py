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0BE460-516B-4041-8CFA-E7CF736A48EF}" v="2" dt="2026-09-02T09:49:11.8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9"/>
    <p:restoredTop sz="94639"/>
  </p:normalViewPr>
  <p:slideViewPr>
    <p:cSldViewPr snapToGrid="0">
      <p:cViewPr varScale="1">
        <p:scale>
          <a:sx n="140" d="100"/>
          <a:sy n="140" d="100"/>
        </p:scale>
        <p:origin x="21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Ryan-Keogh" userId="45214ff5-d88a-4415-b2b9-4c7f06fc74e6" providerId="ADAL" clId="{D87A79A6-03F0-5194-AC69-21D420DD6273}"/>
    <pc:docChg chg="undo custSel modSld">
      <pc:chgData name="Thomas Ryan-Keogh" userId="45214ff5-d88a-4415-b2b9-4c7f06fc74e6" providerId="ADAL" clId="{D87A79A6-03F0-5194-AC69-21D420DD6273}" dt="2026-09-02T09:50:41.792" v="107" actId="693"/>
      <pc:docMkLst>
        <pc:docMk/>
      </pc:docMkLst>
      <pc:sldChg chg="addSp delSp modSp mod">
        <pc:chgData name="Thomas Ryan-Keogh" userId="45214ff5-d88a-4415-b2b9-4c7f06fc74e6" providerId="ADAL" clId="{D87A79A6-03F0-5194-AC69-21D420DD6273}" dt="2026-09-02T09:50:41.792" v="107" actId="693"/>
        <pc:sldMkLst>
          <pc:docMk/>
          <pc:sldMk cId="2601541609" sldId="256"/>
        </pc:sldMkLst>
        <pc:spChg chg="add mod">
          <ac:chgData name="Thomas Ryan-Keogh" userId="45214ff5-d88a-4415-b2b9-4c7f06fc74e6" providerId="ADAL" clId="{D87A79A6-03F0-5194-AC69-21D420DD6273}" dt="2026-09-02T09:48:37.114" v="25" actId="1076"/>
          <ac:spMkLst>
            <pc:docMk/>
            <pc:sldMk cId="2601541609" sldId="256"/>
            <ac:spMk id="3" creationId="{806100EA-AC29-DBC0-9D48-DA2E7A906CE6}"/>
          </ac:spMkLst>
        </pc:spChg>
        <pc:spChg chg="mod">
          <ac:chgData name="Thomas Ryan-Keogh" userId="45214ff5-d88a-4415-b2b9-4c7f06fc74e6" providerId="ADAL" clId="{D87A79A6-03F0-5194-AC69-21D420DD6273}" dt="2026-09-02T09:48:55.319" v="27" actId="1076"/>
          <ac:spMkLst>
            <pc:docMk/>
            <pc:sldMk cId="2601541609" sldId="256"/>
            <ac:spMk id="7" creationId="{81D90598-FCD2-70FD-04B0-219A9E292831}"/>
          </ac:spMkLst>
        </pc:spChg>
        <pc:spChg chg="mod">
          <ac:chgData name="Thomas Ryan-Keogh" userId="45214ff5-d88a-4415-b2b9-4c7f06fc74e6" providerId="ADAL" clId="{D87A79A6-03F0-5194-AC69-21D420DD6273}" dt="2026-09-02T09:48:26.139" v="22" actId="1076"/>
          <ac:spMkLst>
            <pc:docMk/>
            <pc:sldMk cId="2601541609" sldId="256"/>
            <ac:spMk id="11" creationId="{188A1FAC-D2AA-121B-85D2-91F53756AAC6}"/>
          </ac:spMkLst>
        </pc:spChg>
        <pc:spChg chg="mod">
          <ac:chgData name="Thomas Ryan-Keogh" userId="45214ff5-d88a-4415-b2b9-4c7f06fc74e6" providerId="ADAL" clId="{D87A79A6-03F0-5194-AC69-21D420DD6273}" dt="2026-09-02T09:49:07.604" v="28" actId="1076"/>
          <ac:spMkLst>
            <pc:docMk/>
            <pc:sldMk cId="2601541609" sldId="256"/>
            <ac:spMk id="25" creationId="{6EEAD7A0-9F4A-FFFF-0A8A-279736E35A50}"/>
          </ac:spMkLst>
        </pc:spChg>
        <pc:spChg chg="mod">
          <ac:chgData name="Thomas Ryan-Keogh" userId="45214ff5-d88a-4415-b2b9-4c7f06fc74e6" providerId="ADAL" clId="{D87A79A6-03F0-5194-AC69-21D420DD6273}" dt="2026-09-02T09:49:07.604" v="28" actId="1076"/>
          <ac:spMkLst>
            <pc:docMk/>
            <pc:sldMk cId="2601541609" sldId="256"/>
            <ac:spMk id="35" creationId="{46F65BD2-2935-8EB3-A24F-DA54FAC241B4}"/>
          </ac:spMkLst>
        </pc:spChg>
        <pc:spChg chg="mod">
          <ac:chgData name="Thomas Ryan-Keogh" userId="45214ff5-d88a-4415-b2b9-4c7f06fc74e6" providerId="ADAL" clId="{D87A79A6-03F0-5194-AC69-21D420DD6273}" dt="2026-09-02T09:49:07.604" v="28" actId="1076"/>
          <ac:spMkLst>
            <pc:docMk/>
            <pc:sldMk cId="2601541609" sldId="256"/>
            <ac:spMk id="36" creationId="{D2427ACB-61AB-C537-0BE0-567D39F2F219}"/>
          </ac:spMkLst>
        </pc:spChg>
        <pc:spChg chg="mod">
          <ac:chgData name="Thomas Ryan-Keogh" userId="45214ff5-d88a-4415-b2b9-4c7f06fc74e6" providerId="ADAL" clId="{D87A79A6-03F0-5194-AC69-21D420DD6273}" dt="2026-09-02T09:49:07.604" v="28" actId="1076"/>
          <ac:spMkLst>
            <pc:docMk/>
            <pc:sldMk cId="2601541609" sldId="256"/>
            <ac:spMk id="37" creationId="{B7DEEDE8-4FDD-6193-C579-AAD9CEF20149}"/>
          </ac:spMkLst>
        </pc:spChg>
        <pc:spChg chg="mod">
          <ac:chgData name="Thomas Ryan-Keogh" userId="45214ff5-d88a-4415-b2b9-4c7f06fc74e6" providerId="ADAL" clId="{D87A79A6-03F0-5194-AC69-21D420DD6273}" dt="2026-09-02T09:49:07.604" v="28" actId="1076"/>
          <ac:spMkLst>
            <pc:docMk/>
            <pc:sldMk cId="2601541609" sldId="256"/>
            <ac:spMk id="38" creationId="{87483796-324F-A0B8-17A2-236492600472}"/>
          </ac:spMkLst>
        </pc:spChg>
        <pc:spChg chg="mod">
          <ac:chgData name="Thomas Ryan-Keogh" userId="45214ff5-d88a-4415-b2b9-4c7f06fc74e6" providerId="ADAL" clId="{D87A79A6-03F0-5194-AC69-21D420DD6273}" dt="2026-09-02T09:49:07.604" v="28" actId="1076"/>
          <ac:spMkLst>
            <pc:docMk/>
            <pc:sldMk cId="2601541609" sldId="256"/>
            <ac:spMk id="39" creationId="{18093CEE-60A8-0A60-E627-722FFE055340}"/>
          </ac:spMkLst>
        </pc:spChg>
        <pc:spChg chg="mod">
          <ac:chgData name="Thomas Ryan-Keogh" userId="45214ff5-d88a-4415-b2b9-4c7f06fc74e6" providerId="ADAL" clId="{D87A79A6-03F0-5194-AC69-21D420DD6273}" dt="2026-09-02T09:49:07.604" v="28" actId="1076"/>
          <ac:spMkLst>
            <pc:docMk/>
            <pc:sldMk cId="2601541609" sldId="256"/>
            <ac:spMk id="40" creationId="{3DA1242A-F436-0907-60A3-2D7A6D844025}"/>
          </ac:spMkLst>
        </pc:spChg>
        <pc:spChg chg="mod">
          <ac:chgData name="Thomas Ryan-Keogh" userId="45214ff5-d88a-4415-b2b9-4c7f06fc74e6" providerId="ADAL" clId="{D87A79A6-03F0-5194-AC69-21D420DD6273}" dt="2026-09-02T09:49:07.604" v="28" actId="1076"/>
          <ac:spMkLst>
            <pc:docMk/>
            <pc:sldMk cId="2601541609" sldId="256"/>
            <ac:spMk id="41" creationId="{82CC837A-4D84-71CF-3681-D0224D629C07}"/>
          </ac:spMkLst>
        </pc:spChg>
        <pc:spChg chg="mod">
          <ac:chgData name="Thomas Ryan-Keogh" userId="45214ff5-d88a-4415-b2b9-4c7f06fc74e6" providerId="ADAL" clId="{D87A79A6-03F0-5194-AC69-21D420DD6273}" dt="2026-09-02T09:49:07.604" v="28" actId="1076"/>
          <ac:spMkLst>
            <pc:docMk/>
            <pc:sldMk cId="2601541609" sldId="256"/>
            <ac:spMk id="42" creationId="{49E3D671-5D4A-4105-253E-D6226E30A728}"/>
          </ac:spMkLst>
        </pc:spChg>
        <pc:spChg chg="mod">
          <ac:chgData name="Thomas Ryan-Keogh" userId="45214ff5-d88a-4415-b2b9-4c7f06fc74e6" providerId="ADAL" clId="{D87A79A6-03F0-5194-AC69-21D420DD6273}" dt="2026-09-02T09:49:07.604" v="28" actId="1076"/>
          <ac:spMkLst>
            <pc:docMk/>
            <pc:sldMk cId="2601541609" sldId="256"/>
            <ac:spMk id="43" creationId="{E6C39AB1-0870-C9B4-0F45-C9A7920EB6C6}"/>
          </ac:spMkLst>
        </pc:spChg>
        <pc:spChg chg="add mod">
          <ac:chgData name="Thomas Ryan-Keogh" userId="45214ff5-d88a-4415-b2b9-4c7f06fc74e6" providerId="ADAL" clId="{D87A79A6-03F0-5194-AC69-21D420DD6273}" dt="2026-09-02T09:50:19.669" v="103" actId="20577"/>
          <ac:spMkLst>
            <pc:docMk/>
            <pc:sldMk cId="2601541609" sldId="256"/>
            <ac:spMk id="49" creationId="{EE509526-6780-5276-5804-453997BC41CF}"/>
          </ac:spMkLst>
        </pc:spChg>
        <pc:cxnChg chg="add mod">
          <ac:chgData name="Thomas Ryan-Keogh" userId="45214ff5-d88a-4415-b2b9-4c7f06fc74e6" providerId="ADAL" clId="{D87A79A6-03F0-5194-AC69-21D420DD6273}" dt="2026-09-02T09:48:26.139" v="22" actId="1076"/>
          <ac:cxnSpMkLst>
            <pc:docMk/>
            <pc:sldMk cId="2601541609" sldId="256"/>
            <ac:cxnSpMk id="9" creationId="{EF1704E6-6EE8-1E79-EC2C-E2DAF295FF6C}"/>
          </ac:cxnSpMkLst>
        </pc:cxnChg>
        <pc:cxnChg chg="add del mod">
          <ac:chgData name="Thomas Ryan-Keogh" userId="45214ff5-d88a-4415-b2b9-4c7f06fc74e6" providerId="ADAL" clId="{D87A79A6-03F0-5194-AC69-21D420DD6273}" dt="2026-09-02T09:48:23.379" v="21" actId="478"/>
          <ac:cxnSpMkLst>
            <pc:docMk/>
            <pc:sldMk cId="2601541609" sldId="256"/>
            <ac:cxnSpMk id="17" creationId="{468E5CBB-3EEB-54A6-20C7-EE0FC11F1AC2}"/>
          </ac:cxnSpMkLst>
        </pc:cxnChg>
        <pc:cxnChg chg="add mod">
          <ac:chgData name="Thomas Ryan-Keogh" userId="45214ff5-d88a-4415-b2b9-4c7f06fc74e6" providerId="ADAL" clId="{D87A79A6-03F0-5194-AC69-21D420DD6273}" dt="2026-09-02T09:48:37.114" v="25" actId="1076"/>
          <ac:cxnSpMkLst>
            <pc:docMk/>
            <pc:sldMk cId="2601541609" sldId="256"/>
            <ac:cxnSpMk id="22" creationId="{47D6602F-823A-805F-53B2-89B983D8C0CE}"/>
          </ac:cxnSpMkLst>
        </pc:cxnChg>
        <pc:cxnChg chg="mod">
          <ac:chgData name="Thomas Ryan-Keogh" userId="45214ff5-d88a-4415-b2b9-4c7f06fc74e6" providerId="ADAL" clId="{D87A79A6-03F0-5194-AC69-21D420DD6273}" dt="2026-09-02T09:48:55.319" v="27" actId="1076"/>
          <ac:cxnSpMkLst>
            <pc:docMk/>
            <pc:sldMk cId="2601541609" sldId="256"/>
            <ac:cxnSpMk id="48" creationId="{D8BEA715-3321-CF49-DE15-803A566A5142}"/>
          </ac:cxnSpMkLst>
        </pc:cxnChg>
        <pc:cxnChg chg="mod">
          <ac:chgData name="Thomas Ryan-Keogh" userId="45214ff5-d88a-4415-b2b9-4c7f06fc74e6" providerId="ADAL" clId="{D87A79A6-03F0-5194-AC69-21D420DD6273}" dt="2026-09-02T09:48:55.319" v="27" actId="1076"/>
          <ac:cxnSpMkLst>
            <pc:docMk/>
            <pc:sldMk cId="2601541609" sldId="256"/>
            <ac:cxnSpMk id="50" creationId="{FA661AE7-532F-B911-2505-0315F69D81F1}"/>
          </ac:cxnSpMkLst>
        </pc:cxnChg>
        <pc:cxnChg chg="add mod">
          <ac:chgData name="Thomas Ryan-Keogh" userId="45214ff5-d88a-4415-b2b9-4c7f06fc74e6" providerId="ADAL" clId="{D87A79A6-03F0-5194-AC69-21D420DD6273}" dt="2026-09-02T09:50:41.792" v="107" actId="693"/>
          <ac:cxnSpMkLst>
            <pc:docMk/>
            <pc:sldMk cId="2601541609" sldId="256"/>
            <ac:cxnSpMk id="52" creationId="{0BF3563A-23AF-0294-D35C-B5E1E9DC543A}"/>
          </ac:cxnSpMkLst>
        </pc:cxnChg>
        <pc:cxnChg chg="del mod">
          <ac:chgData name="Thomas Ryan-Keogh" userId="45214ff5-d88a-4415-b2b9-4c7f06fc74e6" providerId="ADAL" clId="{D87A79A6-03F0-5194-AC69-21D420DD6273}" dt="2026-09-02T09:48:02.821" v="15" actId="478"/>
          <ac:cxnSpMkLst>
            <pc:docMk/>
            <pc:sldMk cId="2601541609" sldId="256"/>
            <ac:cxnSpMk id="70" creationId="{1B1E1667-EDED-8F59-62DA-000D55BA1F5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40198-7A1F-073C-2D78-808303AC1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119405-6884-8620-1AC5-43024CF5F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9E39D-8A07-D961-CF2F-3D45FD76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18D86-A551-7445-A9B8-C0C849399E90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4C848-4EBA-BABA-EE37-9041E1F44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F0144-86CC-7D10-5E5C-23F8814D8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35905-CC0A-8846-8649-0B4ACB1E9F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9011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FD7D3-8F83-581E-FF57-640C54A58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76122-523E-DDF2-ED7D-18AAE5AA2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EA310-BFEC-D372-36EA-396D2073F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18D86-A551-7445-A9B8-C0C849399E90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FC264-0057-E8B9-9877-604FA0464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38A2C-1CC8-FAB9-2E48-FF651CEE6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35905-CC0A-8846-8649-0B4ACB1E9F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36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490A4-2092-13AA-2B72-B9939A9BF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52F56-E63E-1056-C119-B252A7226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FF4B2-5693-EFAE-F43F-1C5EA268F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18D86-A551-7445-A9B8-C0C849399E90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843BA-1270-0E6F-DFFF-48B11E342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44B54-63B1-D190-7B03-7ED27B47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35905-CC0A-8846-8649-0B4ACB1E9F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1864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7F152-6271-2E07-44A4-233F77B63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D9924-D955-725F-F99F-61B732F438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190051-3252-1B0A-CCE9-80C8D8523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E0439-86F3-7E4C-AB43-8B6AF8A5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18D86-A551-7445-A9B8-C0C849399E90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7FFAC-DFE9-2A29-1313-5EB2255D9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2DB97-AE5B-2071-045D-11C4FBA97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35905-CC0A-8846-8649-0B4ACB1E9F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939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2DE7C-158B-3A67-C4D5-35B8C2B1C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44F7A-0408-40E4-12E7-A7D5E0551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F4A3E2-5C46-D1A9-74CA-F499226CA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53E796-F902-08AD-8E69-47650C356C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0BECDD-7EC4-6367-771A-CA9F5F3C75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6971E9-5F77-4646-9822-6547853BA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18D86-A551-7445-A9B8-C0C849399E90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26D6DD-B049-07D4-9B21-03768D72B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A0F261-DA01-2CE3-A2EC-52A7D7CA0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35905-CC0A-8846-8649-0B4ACB1E9F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3786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6F376-2289-4AB8-253A-7C7CA147B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A5EC9D-35F0-AC42-0F9C-E4E4AF4F9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18D86-A551-7445-A9B8-C0C849399E90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F9EC81-016B-91ED-5E68-465E10AC5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B8567-D6E1-00E7-94D1-CBF1B3D80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35905-CC0A-8846-8649-0B4ACB1E9F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508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A31EDE-DFB0-EA43-D1D4-AC56BB65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18D86-A551-7445-A9B8-C0C849399E90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3F01B-4499-2EF4-9295-C237ADD2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403DD-478F-1F19-E851-F47652453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35905-CC0A-8846-8649-0B4ACB1E9F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4029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46D9-6528-B027-B129-10F5D36CF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EBC7B-D490-3F11-D984-CC68574D7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31EBB-3A1D-3C56-F559-36B30562E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237EC-5E35-484B-1C71-AED78CBC0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18D86-A551-7445-A9B8-C0C849399E90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B761E-141E-5799-B85A-4327698D9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56CE3-FC08-642B-6DE6-D8151436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35905-CC0A-8846-8649-0B4ACB1E9F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9778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6793E-9BB0-5C95-3616-5FD8E155F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7B7CC6-56DB-36E0-B35F-969F494D19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E3202A-D1DF-6171-988F-96982D6C6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A2706-6A01-77F2-ACC1-309FA3DF1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18D86-A551-7445-A9B8-C0C849399E90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5FE84-30E0-95FF-7851-9B7BE2D7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5E626-0FEC-39EF-98E4-90CC13A11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35905-CC0A-8846-8649-0B4ACB1E9F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133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745F8-CA22-3219-EB44-667849245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906B7E-5792-BDDC-6050-46A3BDE76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9C88F-1A20-4403-E9FE-214EC3005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18D86-A551-7445-A9B8-C0C849399E90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E2297-7296-713F-317F-7327EC78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E9290-F190-6BBF-4351-5DADB8041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35905-CC0A-8846-8649-0B4ACB1E9F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069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A0036A-3213-E3FA-B602-53BBF09484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7532F-5133-252F-8421-7089C0E15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12751-E39D-609C-E7C2-08798DDB9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18D86-A551-7445-A9B8-C0C849399E90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BF9DF-A8E3-5A57-DCD4-517A507AB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0E8CD-8726-FFF1-B8C3-B06A9CAF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35905-CC0A-8846-8649-0B4ACB1E9F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0366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07FB82-AB63-741A-9333-39404D0C5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2019E-9889-CB06-9E3F-687DAFD06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6F6C0-E89D-0887-6CAA-3E9E4B828D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A18D86-A551-7445-A9B8-C0C849399E90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4BEAA-1C70-8F6E-B6CC-9174AC445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6994D-4689-90FC-B775-59AB2670B1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C35905-CC0A-8846-8649-0B4ACB1E9F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5212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0BA44BE-FD71-0B67-81F7-F00461EE83A1}"/>
              </a:ext>
            </a:extLst>
          </p:cNvPr>
          <p:cNvSpPr/>
          <p:nvPr/>
        </p:nvSpPr>
        <p:spPr>
          <a:xfrm>
            <a:off x="-8719" y="367271"/>
            <a:ext cx="2599981" cy="11485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1. Apply factory calibration</a:t>
            </a:r>
          </a:p>
          <a:p>
            <a:pPr algn="ctr"/>
            <a:r>
              <a:rPr lang="en-GB" sz="1200" dirty="0"/>
              <a:t>CHLA = (CHLA_FLUORESCENCE470_RAW – DARK) * SCALE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7954A95-4433-85AD-EFE0-F8C9C16C376C}"/>
              </a:ext>
            </a:extLst>
          </p:cNvPr>
          <p:cNvSpPr/>
          <p:nvPr/>
        </p:nvSpPr>
        <p:spPr>
          <a:xfrm>
            <a:off x="2791933" y="367271"/>
            <a:ext cx="2599981" cy="11485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2. Initial global range QC</a:t>
            </a:r>
          </a:p>
          <a:p>
            <a:pPr algn="ctr"/>
            <a:r>
              <a:rPr lang="en-GB" sz="1200" dirty="0"/>
              <a:t>Flag values outside -0.2 and 100</a:t>
            </a:r>
          </a:p>
          <a:p>
            <a:pPr algn="ctr"/>
            <a:r>
              <a:rPr lang="en-GB" sz="1200" dirty="0"/>
              <a:t>(QC flag = 4)</a:t>
            </a:r>
            <a:endParaRPr lang="en-GB" sz="16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1D90598-FCD2-70FD-04B0-219A9E292831}"/>
              </a:ext>
            </a:extLst>
          </p:cNvPr>
          <p:cNvSpPr/>
          <p:nvPr/>
        </p:nvSpPr>
        <p:spPr>
          <a:xfrm>
            <a:off x="5586617" y="367271"/>
            <a:ext cx="2599981" cy="11485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3. </a:t>
            </a:r>
            <a:r>
              <a:rPr lang="en-GB" sz="1600" b="1" dirty="0" err="1"/>
              <a:t>Despike</a:t>
            </a:r>
            <a:endParaRPr lang="en-GB" sz="1600" b="1" dirty="0"/>
          </a:p>
          <a:p>
            <a:pPr algn="ctr"/>
            <a:r>
              <a:rPr lang="en-GB" sz="1200" dirty="0"/>
              <a:t>CHLA_BASELINE, SPIKES = </a:t>
            </a:r>
            <a:r>
              <a:rPr lang="en-GB" sz="1200" dirty="0" err="1"/>
              <a:t>despike</a:t>
            </a:r>
            <a:r>
              <a:rPr lang="en-GB" sz="1200" dirty="0"/>
              <a:t>(CHLA)</a:t>
            </a:r>
            <a:endParaRPr lang="en-GB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B47F0D57-90F1-9664-98D7-F97DF86BF415}"/>
                  </a:ext>
                </a:extLst>
              </p:cNvPr>
              <p:cNvSpPr/>
              <p:nvPr/>
            </p:nvSpPr>
            <p:spPr>
              <a:xfrm>
                <a:off x="8727503" y="38269"/>
                <a:ext cx="3409716" cy="3660354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b="1" dirty="0"/>
                  <a:t>4. Dark correction</a:t>
                </a:r>
              </a:p>
              <a:p>
                <a:pPr algn="ctr"/>
                <a:r>
                  <a:rPr lang="en-GB" sz="1200" dirty="0"/>
                  <a:t>4.1 Keep profiles that meet depth criteria</a:t>
                </a:r>
              </a:p>
              <a:p>
                <a:pPr marL="400050" indent="-400050" algn="ctr">
                  <a:buAutoNum type="romanLcPeriod"/>
                </a:pPr>
                <a:r>
                  <a:rPr lang="en-GB" sz="1200" dirty="0"/>
                  <a:t>Deeper than # </a:t>
                </a:r>
                <a:r>
                  <a:rPr lang="en-GB" sz="1200" dirty="0" err="1"/>
                  <a:t>dbar</a:t>
                </a:r>
                <a:r>
                  <a:rPr lang="en-GB" sz="1200" dirty="0"/>
                  <a:t> (user defined)</a:t>
                </a:r>
              </a:p>
              <a:p>
                <a:pPr marL="400050" indent="-400050" algn="ctr">
                  <a:buAutoNum type="romanLcPeriod"/>
                </a:pPr>
                <a:r>
                  <a:rPr lang="en-GB" sz="1200" dirty="0"/>
                  <a:t>Exclude top 10 </a:t>
                </a:r>
                <a:r>
                  <a:rPr lang="en-GB" sz="1200" dirty="0" err="1"/>
                  <a:t>dbar</a:t>
                </a:r>
                <a:endParaRPr lang="en-GB" sz="1200" dirty="0"/>
              </a:p>
              <a:p>
                <a:pPr algn="ctr"/>
                <a:endParaRPr lang="en-GB" sz="1200" dirty="0"/>
              </a:p>
              <a:p>
                <a:pPr algn="ctr"/>
                <a:r>
                  <a:rPr lang="en-GB" sz="1200" dirty="0"/>
                  <a:t>4.2 Find minimum of each profile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𝐶𝐻𝐿𝐴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𝐵𝐴𝑆𝐸𝐿𝐼𝑁𝐸</m:t>
                          </m:r>
                        </m:e>
                      </m:d>
                    </m:oMath>
                  </m:oMathPara>
                </a14:m>
                <a:endParaRPr lang="en-GB" sz="1200" dirty="0"/>
              </a:p>
              <a:p>
                <a:pPr algn="ctr"/>
                <a:endParaRPr lang="en-GB" sz="1200" dirty="0"/>
              </a:p>
              <a:p>
                <a:pPr algn="ctr"/>
                <a:r>
                  <a:rPr lang="en-GB" sz="1200" dirty="0"/>
                  <a:t>4.3 Calculate MAD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𝑚𝑒𝑑𝑖𝑎𝑛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𝑚𝑒𝑑𝑖𝑎𝑛</m:t>
                      </m:r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1200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𝑀𝐴𝐷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𝑚𝑒𝑑𝑖𝑎𝑛</m:t>
                      </m:r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𝑚𝑒𝑑𝑖𝑎𝑛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GB" sz="1200" dirty="0"/>
              </a:p>
              <a:p>
                <a:pPr algn="ctr"/>
                <a:endParaRPr lang="en-GB" sz="1200" dirty="0"/>
              </a:p>
              <a:p>
                <a:pPr algn="ctr"/>
                <a:r>
                  <a:rPr lang="en-GB" sz="1200" dirty="0"/>
                  <a:t>4.4 Flag outliers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𝑚𝑒𝑑𝑖𝑎𝑛</m:t>
                              </m:r>
                            </m:sub>
                          </m:sSub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&gt;3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1.4826 ×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𝑀𝐴𝐷</m:t>
                      </m:r>
                    </m:oMath>
                  </m:oMathPara>
                </a14:m>
                <a:endParaRPr lang="en-GB" sz="1200" b="0" dirty="0">
                  <a:ea typeface="Cambria Math" panose="02040503050406030204" pitchFamily="18" charset="0"/>
                </a:endParaRPr>
              </a:p>
              <a:p>
                <a:pPr algn="ctr"/>
                <a:endParaRPr lang="en-GB" sz="1200" dirty="0"/>
              </a:p>
              <a:p>
                <a:pPr algn="ctr"/>
                <a:r>
                  <a:rPr lang="en-GB" sz="1200" dirty="0"/>
                  <a:t>4.5 Determine offset</a:t>
                </a:r>
              </a:p>
              <a:p>
                <a:pPr algn="ctr"/>
                <a:r>
                  <a:rPr lang="en-GB" sz="1200" dirty="0"/>
                  <a:t>Remove flagged values and calculate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𝑜𝑓𝑓𝑠𝑒𝑡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𝑚𝑒𝑑𝑖𝑎𝑛</m:t>
                      </m:r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B47F0D57-90F1-9664-98D7-F97DF86BF4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7503" y="38269"/>
                <a:ext cx="3409716" cy="366035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B1FFAFF-022F-1E20-521A-56111B45EA0B}"/>
              </a:ext>
            </a:extLst>
          </p:cNvPr>
          <p:cNvSpPr/>
          <p:nvPr/>
        </p:nvSpPr>
        <p:spPr>
          <a:xfrm>
            <a:off x="9132371" y="4153858"/>
            <a:ext cx="2599981" cy="11485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5.2 Apply offset</a:t>
            </a:r>
          </a:p>
          <a:p>
            <a:pPr algn="ctr"/>
            <a:r>
              <a:rPr lang="en-GB" sz="1200" dirty="0"/>
              <a:t>CHLA_ADJUSTED = CHLA – </a:t>
            </a:r>
            <a:r>
              <a:rPr lang="en-GB" sz="1200" dirty="0" err="1"/>
              <a:t>D</a:t>
            </a:r>
            <a:r>
              <a:rPr lang="en-GB" sz="1200" baseline="-25000" dirty="0" err="1"/>
              <a:t>offset</a:t>
            </a:r>
            <a:endParaRPr lang="en-GB" sz="1600" baseline="-25000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88A1FAC-D2AA-121B-85D2-91F53756AAC6}"/>
              </a:ext>
            </a:extLst>
          </p:cNvPr>
          <p:cNvSpPr/>
          <p:nvPr/>
        </p:nvSpPr>
        <p:spPr>
          <a:xfrm>
            <a:off x="6234630" y="5681572"/>
            <a:ext cx="2599981" cy="11485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6. Apply NPQ correction</a:t>
            </a:r>
          </a:p>
          <a:p>
            <a:pPr algn="ctr"/>
            <a:r>
              <a:rPr lang="en-GB" sz="1200" dirty="0"/>
              <a:t>CHLA_ADJUSTED = NPQ correction(CHLA_ADJUSTED)</a:t>
            </a:r>
            <a:endParaRPr lang="en-GB" sz="1600" baseline="-25000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395FE58-CEE9-A6E9-4C53-311ACBB892C6}"/>
              </a:ext>
            </a:extLst>
          </p:cNvPr>
          <p:cNvSpPr/>
          <p:nvPr/>
        </p:nvSpPr>
        <p:spPr>
          <a:xfrm>
            <a:off x="6234630" y="4153857"/>
            <a:ext cx="2599981" cy="11485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5.1 Apply offset</a:t>
            </a:r>
          </a:p>
          <a:p>
            <a:pPr algn="ctr"/>
            <a:r>
              <a:rPr lang="en-GB" sz="1200" dirty="0"/>
              <a:t>CHLA_FLUORESCENCE_ADJUSTED = CHLA – </a:t>
            </a:r>
            <a:r>
              <a:rPr lang="en-GB" sz="1200" dirty="0" err="1"/>
              <a:t>D</a:t>
            </a:r>
            <a:r>
              <a:rPr lang="en-GB" sz="1200" baseline="-25000" dirty="0" err="1"/>
              <a:t>offset</a:t>
            </a:r>
            <a:endParaRPr lang="en-GB" sz="1600" baseline="-25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3C2ACE-2453-BCDD-4851-9BA687A3C129}"/>
              </a:ext>
            </a:extLst>
          </p:cNvPr>
          <p:cNvSpPr/>
          <p:nvPr/>
        </p:nvSpPr>
        <p:spPr>
          <a:xfrm>
            <a:off x="289654" y="1920296"/>
            <a:ext cx="5210979" cy="27081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u="sng" dirty="0"/>
              <a:t>KEY DIAGNOSTIC PLOTS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D1A84BD-F80D-460C-8B33-85B3F01A5FDD}"/>
              </a:ext>
            </a:extLst>
          </p:cNvPr>
          <p:cNvCxnSpPr>
            <a:cxnSpLocks/>
          </p:cNvCxnSpPr>
          <p:nvPr/>
        </p:nvCxnSpPr>
        <p:spPr>
          <a:xfrm>
            <a:off x="1076441" y="2765840"/>
            <a:ext cx="0" cy="14496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2758523-F4B7-9596-CCF3-68FDFF47F1ED}"/>
              </a:ext>
            </a:extLst>
          </p:cNvPr>
          <p:cNvCxnSpPr>
            <a:cxnSpLocks/>
          </p:cNvCxnSpPr>
          <p:nvPr/>
        </p:nvCxnSpPr>
        <p:spPr>
          <a:xfrm>
            <a:off x="1076441" y="4215475"/>
            <a:ext cx="243472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C55405C-FF48-1A12-64F6-4464997F7176}"/>
              </a:ext>
            </a:extLst>
          </p:cNvPr>
          <p:cNvSpPr txBox="1"/>
          <p:nvPr/>
        </p:nvSpPr>
        <p:spPr>
          <a:xfrm>
            <a:off x="503564" y="2765840"/>
            <a:ext cx="5728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000" dirty="0"/>
              <a:t>0.10</a:t>
            </a:r>
          </a:p>
          <a:p>
            <a:pPr algn="r"/>
            <a:endParaRPr lang="en-GB" sz="1000" dirty="0"/>
          </a:p>
          <a:p>
            <a:pPr algn="r"/>
            <a:r>
              <a:rPr lang="en-GB" sz="1000" dirty="0"/>
              <a:t>0.05</a:t>
            </a:r>
          </a:p>
          <a:p>
            <a:pPr algn="r"/>
            <a:endParaRPr lang="en-GB" sz="1000" dirty="0"/>
          </a:p>
          <a:p>
            <a:pPr algn="r"/>
            <a:r>
              <a:rPr lang="en-GB" sz="1000" dirty="0"/>
              <a:t>0</a:t>
            </a:r>
          </a:p>
          <a:p>
            <a:pPr algn="r"/>
            <a:endParaRPr lang="en-GB" sz="1000" dirty="0"/>
          </a:p>
          <a:p>
            <a:pPr algn="r"/>
            <a:r>
              <a:rPr lang="en-GB" sz="1000" dirty="0"/>
              <a:t>-0.05</a:t>
            </a:r>
          </a:p>
          <a:p>
            <a:pPr algn="r"/>
            <a:endParaRPr lang="en-GB" sz="1000" dirty="0"/>
          </a:p>
          <a:p>
            <a:pPr algn="r"/>
            <a:r>
              <a:rPr lang="en-GB" sz="1000" dirty="0"/>
              <a:t>-0.10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56EE1F-D6F6-5512-0AFA-250BF206C171}"/>
              </a:ext>
            </a:extLst>
          </p:cNvPr>
          <p:cNvSpPr txBox="1"/>
          <p:nvPr/>
        </p:nvSpPr>
        <p:spPr>
          <a:xfrm>
            <a:off x="1307795" y="4243168"/>
            <a:ext cx="20711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Profile number / Time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001A453-E2BF-6000-ACCB-30CBF4FAE2CE}"/>
              </a:ext>
            </a:extLst>
          </p:cNvPr>
          <p:cNvSpPr>
            <a:spLocks noChangeAspect="1"/>
          </p:cNvSpPr>
          <p:nvPr/>
        </p:nvSpPr>
        <p:spPr>
          <a:xfrm>
            <a:off x="1158150" y="3424556"/>
            <a:ext cx="132202" cy="1322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EEAD7A0-9F4A-FFFF-0A8A-279736E35A50}"/>
              </a:ext>
            </a:extLst>
          </p:cNvPr>
          <p:cNvSpPr>
            <a:spLocks noChangeAspect="1"/>
          </p:cNvSpPr>
          <p:nvPr/>
        </p:nvSpPr>
        <p:spPr>
          <a:xfrm>
            <a:off x="1353240" y="3490657"/>
            <a:ext cx="132202" cy="1322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71BCC91-20B6-104C-E0ED-8D8105F47B71}"/>
              </a:ext>
            </a:extLst>
          </p:cNvPr>
          <p:cNvSpPr>
            <a:spLocks noChangeAspect="1"/>
          </p:cNvSpPr>
          <p:nvPr/>
        </p:nvSpPr>
        <p:spPr>
          <a:xfrm>
            <a:off x="1505640" y="3402059"/>
            <a:ext cx="132202" cy="1322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63BAC94-AEF6-76CE-767C-82E762E9F7CD}"/>
              </a:ext>
            </a:extLst>
          </p:cNvPr>
          <p:cNvSpPr>
            <a:spLocks noChangeAspect="1"/>
          </p:cNvSpPr>
          <p:nvPr/>
        </p:nvSpPr>
        <p:spPr>
          <a:xfrm>
            <a:off x="1665128" y="3504843"/>
            <a:ext cx="132202" cy="1322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02EDE63-FF2A-1938-857B-C26BC1A31A26}"/>
              </a:ext>
            </a:extLst>
          </p:cNvPr>
          <p:cNvSpPr>
            <a:spLocks noChangeAspect="1"/>
          </p:cNvSpPr>
          <p:nvPr/>
        </p:nvSpPr>
        <p:spPr>
          <a:xfrm>
            <a:off x="1810440" y="3756480"/>
            <a:ext cx="132202" cy="132202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FA66F9F-D1C4-060C-5E54-BE122069D972}"/>
              </a:ext>
            </a:extLst>
          </p:cNvPr>
          <p:cNvSpPr>
            <a:spLocks noChangeAspect="1"/>
          </p:cNvSpPr>
          <p:nvPr/>
        </p:nvSpPr>
        <p:spPr>
          <a:xfrm>
            <a:off x="1916763" y="3409160"/>
            <a:ext cx="132202" cy="1322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4DA2F19-1C39-552D-80C7-F0E4890E7720}"/>
              </a:ext>
            </a:extLst>
          </p:cNvPr>
          <p:cNvSpPr>
            <a:spLocks noChangeAspect="1"/>
          </p:cNvSpPr>
          <p:nvPr/>
        </p:nvSpPr>
        <p:spPr>
          <a:xfrm>
            <a:off x="2069163" y="2902343"/>
            <a:ext cx="132202" cy="13220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7BB3A00-4015-EE3E-8CD4-7FB3646A721D}"/>
              </a:ext>
            </a:extLst>
          </p:cNvPr>
          <p:cNvSpPr>
            <a:spLocks noChangeAspect="1"/>
          </p:cNvSpPr>
          <p:nvPr/>
        </p:nvSpPr>
        <p:spPr>
          <a:xfrm>
            <a:off x="2135264" y="3491606"/>
            <a:ext cx="132202" cy="1322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9385A6A-B76D-859E-C3F0-AE303F065DA0}"/>
              </a:ext>
            </a:extLst>
          </p:cNvPr>
          <p:cNvSpPr>
            <a:spLocks noChangeAspect="1"/>
          </p:cNvSpPr>
          <p:nvPr/>
        </p:nvSpPr>
        <p:spPr>
          <a:xfrm>
            <a:off x="2293804" y="3378379"/>
            <a:ext cx="132202" cy="1322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17B10F6-A85A-D4AE-E9FF-812BD5F996BE}"/>
              </a:ext>
            </a:extLst>
          </p:cNvPr>
          <p:cNvSpPr>
            <a:spLocks noChangeAspect="1"/>
          </p:cNvSpPr>
          <p:nvPr/>
        </p:nvSpPr>
        <p:spPr>
          <a:xfrm>
            <a:off x="2479712" y="3547264"/>
            <a:ext cx="132202" cy="1322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DB77D6B-0488-68D2-AC13-1F89B9F4EB0F}"/>
              </a:ext>
            </a:extLst>
          </p:cNvPr>
          <p:cNvSpPr>
            <a:spLocks noChangeAspect="1"/>
          </p:cNvSpPr>
          <p:nvPr/>
        </p:nvSpPr>
        <p:spPr>
          <a:xfrm>
            <a:off x="2655530" y="3919877"/>
            <a:ext cx="132202" cy="132202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6F65BD2-2935-8EB3-A24F-DA54FAC241B4}"/>
              </a:ext>
            </a:extLst>
          </p:cNvPr>
          <p:cNvSpPr>
            <a:spLocks noChangeAspect="1"/>
          </p:cNvSpPr>
          <p:nvPr/>
        </p:nvSpPr>
        <p:spPr>
          <a:xfrm>
            <a:off x="2829042" y="3111450"/>
            <a:ext cx="132202" cy="13220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2427ACB-61AB-C537-0BE0-567D39F2F219}"/>
              </a:ext>
            </a:extLst>
          </p:cNvPr>
          <p:cNvSpPr>
            <a:spLocks noChangeAspect="1"/>
          </p:cNvSpPr>
          <p:nvPr/>
        </p:nvSpPr>
        <p:spPr>
          <a:xfrm>
            <a:off x="2888712" y="3444480"/>
            <a:ext cx="132202" cy="1322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7DEEDE8-4FDD-6193-C579-AAD9CEF20149}"/>
              </a:ext>
            </a:extLst>
          </p:cNvPr>
          <p:cNvSpPr>
            <a:spLocks noChangeAspect="1"/>
          </p:cNvSpPr>
          <p:nvPr/>
        </p:nvSpPr>
        <p:spPr>
          <a:xfrm>
            <a:off x="3068398" y="3454941"/>
            <a:ext cx="132202" cy="1322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7483796-324F-A0B8-17A2-236492600472}"/>
              </a:ext>
            </a:extLst>
          </p:cNvPr>
          <p:cNvSpPr>
            <a:spLocks noChangeAspect="1"/>
          </p:cNvSpPr>
          <p:nvPr/>
        </p:nvSpPr>
        <p:spPr>
          <a:xfrm>
            <a:off x="3882983" y="2815826"/>
            <a:ext cx="132202" cy="1322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093CEE-60A8-0A60-E627-722FFE055340}"/>
              </a:ext>
            </a:extLst>
          </p:cNvPr>
          <p:cNvSpPr txBox="1"/>
          <p:nvPr/>
        </p:nvSpPr>
        <p:spPr>
          <a:xfrm>
            <a:off x="4087722" y="2765840"/>
            <a:ext cx="10523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QC Flag = 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A1242A-F436-0907-60A3-2D7A6D844025}"/>
              </a:ext>
            </a:extLst>
          </p:cNvPr>
          <p:cNvSpPr txBox="1"/>
          <p:nvPr/>
        </p:nvSpPr>
        <p:spPr>
          <a:xfrm>
            <a:off x="4087721" y="3132161"/>
            <a:ext cx="1389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QC Flag = 4 (High)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CC837A-4D84-71CF-3681-D0224D629C07}"/>
              </a:ext>
            </a:extLst>
          </p:cNvPr>
          <p:cNvSpPr txBox="1"/>
          <p:nvPr/>
        </p:nvSpPr>
        <p:spPr>
          <a:xfrm>
            <a:off x="4087721" y="3545582"/>
            <a:ext cx="1389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QC Flag = 4 (Low)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9E3D671-5D4A-4105-253E-D6226E30A728}"/>
              </a:ext>
            </a:extLst>
          </p:cNvPr>
          <p:cNvSpPr>
            <a:spLocks noChangeAspect="1"/>
          </p:cNvSpPr>
          <p:nvPr/>
        </p:nvSpPr>
        <p:spPr>
          <a:xfrm>
            <a:off x="3881229" y="3204559"/>
            <a:ext cx="132202" cy="13220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6C39AB1-0870-C9B4-0F45-C9A7920EB6C6}"/>
              </a:ext>
            </a:extLst>
          </p:cNvPr>
          <p:cNvSpPr>
            <a:spLocks noChangeAspect="1"/>
          </p:cNvSpPr>
          <p:nvPr/>
        </p:nvSpPr>
        <p:spPr>
          <a:xfrm>
            <a:off x="3882983" y="3617980"/>
            <a:ext cx="132202" cy="132202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FB36871-D961-B852-44FF-BC97DBBE6552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591262" y="941525"/>
            <a:ext cx="2006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8BEA715-3321-CF49-DE15-803A566A5142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391914" y="941525"/>
            <a:ext cx="1947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A661AE7-532F-B911-2505-0315F69D81F1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186598" y="941525"/>
            <a:ext cx="5409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D850D706-2937-2409-10EB-AB3239429C18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rot="5400000">
            <a:off x="8755874" y="2477370"/>
            <a:ext cx="455234" cy="28977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08EE8C19-BB03-EB89-A736-2B421FDEB4B1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rot="16200000" flipH="1">
            <a:off x="10204744" y="3926239"/>
            <a:ext cx="455235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9B775F52-F03B-6AEF-68B5-F8E1C88A7D3D}"/>
              </a:ext>
            </a:extLst>
          </p:cNvPr>
          <p:cNvCxnSpPr>
            <a:cxnSpLocks/>
            <a:stCxn id="8" idx="1"/>
            <a:endCxn id="13" idx="3"/>
          </p:cNvCxnSpPr>
          <p:nvPr/>
        </p:nvCxnSpPr>
        <p:spPr>
          <a:xfrm rot="10800000" flipV="1">
            <a:off x="5500633" y="1868446"/>
            <a:ext cx="3226870" cy="1405932"/>
          </a:xfrm>
          <a:prstGeom prst="bentConnector3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06100EA-AC29-DBC0-9D48-DA2E7A906CE6}"/>
              </a:ext>
            </a:extLst>
          </p:cNvPr>
          <p:cNvSpPr/>
          <p:nvPr/>
        </p:nvSpPr>
        <p:spPr>
          <a:xfrm>
            <a:off x="9537238" y="5681572"/>
            <a:ext cx="2599981" cy="11485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7. Final global range QC</a:t>
            </a:r>
          </a:p>
          <a:p>
            <a:pPr algn="ctr"/>
            <a:r>
              <a:rPr lang="en-GB" sz="1200" dirty="0"/>
              <a:t>Flag values outside 0 and 100</a:t>
            </a:r>
          </a:p>
          <a:p>
            <a:pPr algn="ctr"/>
            <a:r>
              <a:rPr lang="en-GB" sz="1200" dirty="0"/>
              <a:t>(QC flag = 4)</a:t>
            </a:r>
            <a:endParaRPr lang="en-GB" sz="1600" dirty="0"/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EF1704E6-6EE8-1E79-EC2C-E2DAF295FF6C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5400000">
            <a:off x="8793889" y="4043099"/>
            <a:ext cx="379206" cy="289774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7D6602F-823A-805F-53B2-89B983D8C0CE}"/>
              </a:ext>
            </a:extLst>
          </p:cNvPr>
          <p:cNvCxnSpPr>
            <a:stCxn id="11" idx="3"/>
            <a:endCxn id="3" idx="1"/>
          </p:cNvCxnSpPr>
          <p:nvPr/>
        </p:nvCxnSpPr>
        <p:spPr>
          <a:xfrm>
            <a:off x="8834611" y="6255826"/>
            <a:ext cx="7026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EE509526-6780-5276-5804-453997BC41CF}"/>
              </a:ext>
            </a:extLst>
          </p:cNvPr>
          <p:cNvSpPr/>
          <p:nvPr/>
        </p:nvSpPr>
        <p:spPr>
          <a:xfrm>
            <a:off x="1531168" y="4990674"/>
            <a:ext cx="3135642" cy="17786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u="sng" dirty="0"/>
              <a:t>KEY DIAGNOSTIC PLOTS</a:t>
            </a:r>
          </a:p>
          <a:p>
            <a:pPr algn="ctr"/>
            <a:endParaRPr lang="en-GB" dirty="0"/>
          </a:p>
          <a:p>
            <a:pPr algn="ctr"/>
            <a:r>
              <a:rPr lang="en-GB" sz="1600" dirty="0"/>
              <a:t>Plot of Day vs Night CHLA_FLUORESCENCE_ADJUSTED</a:t>
            </a:r>
          </a:p>
          <a:p>
            <a:pPr algn="ctr"/>
            <a:r>
              <a:rPr lang="en-GB" sz="1600" dirty="0"/>
              <a:t>(Current one)</a:t>
            </a:r>
            <a:endParaRPr lang="en-GB" dirty="0"/>
          </a:p>
        </p:txBody>
      </p: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0BF3563A-23AF-0294-D35C-B5E1E9DC543A}"/>
              </a:ext>
            </a:extLst>
          </p:cNvPr>
          <p:cNvCxnSpPr>
            <a:stCxn id="11" idx="1"/>
            <a:endCxn id="49" idx="3"/>
          </p:cNvCxnSpPr>
          <p:nvPr/>
        </p:nvCxnSpPr>
        <p:spPr>
          <a:xfrm rot="10800000">
            <a:off x="4666810" y="5879976"/>
            <a:ext cx="1567820" cy="375850"/>
          </a:xfrm>
          <a:prstGeom prst="bentConnector3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541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E4D42EB716FF45B0B50D5599D7441D" ma:contentTypeVersion="11" ma:contentTypeDescription="Create a new document." ma:contentTypeScope="" ma:versionID="ca185062dd51bcefe3992d37c9e42c25">
  <xsd:schema xmlns:xsd="http://www.w3.org/2001/XMLSchema" xmlns:xs="http://www.w3.org/2001/XMLSchema" xmlns:p="http://schemas.microsoft.com/office/2006/metadata/properties" xmlns:ns2="13fcaa7b-f1b2-4232-8578-98c2b5fae6d9" xmlns:ns3="79bd967d-8658-4b1c-a5f6-2f15c713329d" targetNamespace="http://schemas.microsoft.com/office/2006/metadata/properties" ma:root="true" ma:fieldsID="59a5648336e79f20ce60d24300e8f5ac" ns2:_="" ns3:_="">
    <xsd:import namespace="13fcaa7b-f1b2-4232-8578-98c2b5fae6d9"/>
    <xsd:import namespace="79bd967d-8658-4b1c-a5f6-2f15c71332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fcaa7b-f1b2-4232-8578-98c2b5fae6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4103c54-015b-42c7-849f-3ec6187836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bd967d-8658-4b1c-a5f6-2f15c71332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458c5a5-08db-4f50-ab77-4735d15bb6e4}" ma:internalName="TaxCatchAll" ma:showField="CatchAllData" ma:web="79bd967d-8658-4b1c-a5f6-2f15c71332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9bd967d-8658-4b1c-a5f6-2f15c713329d" xsi:nil="true"/>
    <lcf76f155ced4ddcb4097134ff3c332f xmlns="13fcaa7b-f1b2-4232-8578-98c2b5fae6d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6247882-BA49-4387-9293-9A1A85F246E7}"/>
</file>

<file path=customXml/itemProps2.xml><?xml version="1.0" encoding="utf-8"?>
<ds:datastoreItem xmlns:ds="http://schemas.openxmlformats.org/officeDocument/2006/customXml" ds:itemID="{5DEBAFED-945B-40D5-A44D-B1A324BC92D0}"/>
</file>

<file path=customXml/itemProps3.xml><?xml version="1.0" encoding="utf-8"?>
<ds:datastoreItem xmlns:ds="http://schemas.openxmlformats.org/officeDocument/2006/customXml" ds:itemID="{465185FB-DA88-4556-8CE9-F8A1664E6493}"/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221</Words>
  <Application>Microsoft Macintosh PowerPoint</Application>
  <PresentationFormat>Widescreen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Ryan-Keogh</dc:creator>
  <cp:lastModifiedBy>Thomas Ryan-Keogh</cp:lastModifiedBy>
  <cp:revision>1</cp:revision>
  <dcterms:created xsi:type="dcterms:W3CDTF">2026-08-27T08:15:43Z</dcterms:created>
  <dcterms:modified xsi:type="dcterms:W3CDTF">2026-09-02T09:50:45Z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0x010100A6E4D42EB716FF45B0B50D5599D7441D</vt:lpwstr>
  </property>
</Properties>
</file>